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xfrm>
            <a:off x="586535" y="197036"/>
            <a:ext cx="8530962" cy="1375755"/>
          </a:xfrm>
          <a:prstGeom prst="rect">
            <a:avLst/>
          </a:prstGeom>
        </p:spPr>
        <p:txBody>
          <a:bodyPr/>
          <a:lstStyle/>
          <a:p>
            <a:pPr defTabSz="318485">
              <a:defRPr sz="2997"/>
            </a:pPr>
            <a:r>
              <a:t>DS Project: </a:t>
            </a:r>
          </a:p>
          <a:p>
            <a:pPr defTabSz="318485">
              <a:defRPr sz="2997"/>
            </a:pPr>
            <a:r>
              <a:t>ARCADE GAME SCORE TRACKING SYSTEM</a:t>
            </a:r>
          </a:p>
        </p:txBody>
      </p:sp>
      <p:sp>
        <p:nvSpPr>
          <p:cNvPr id="9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Group Members:</a:t>
            </a:r>
          </a:p>
          <a:p>
            <a:pPr/>
            <a:r>
              <a:t>2510030150 - Medavarapu Saathvik</a:t>
            </a:r>
          </a:p>
          <a:p>
            <a:pPr/>
            <a:r>
              <a:t>2510030142 - Sankeerth</a:t>
            </a:r>
          </a:p>
          <a:p>
            <a:pPr/>
            <a:r>
              <a:t>2510030211 - Praneeth</a:t>
            </a:r>
          </a:p>
          <a:p>
            <a:pPr/>
            <a:r>
              <a:t>2510030288 - Harshit</a:t>
            </a:r>
          </a:p>
          <a:p>
            <a:pPr/>
            <a:r>
              <a:t>Guided By:</a:t>
            </a:r>
          </a:p>
          <a:p>
            <a:pPr/>
            <a:r>
              <a:t>Mahesh Babu Sir</a:t>
            </a:r>
          </a:p>
        </p:txBody>
      </p:sp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 defTabSz="393192">
              <a:defRPr sz="3784"/>
            </a:pPr>
            <a:r>
              <a:t>Project Overview</a:t>
            </a:r>
          </a:p>
          <a:p>
            <a:pPr defTabSz="393192">
              <a:defRPr sz="3784"/>
            </a:pPr>
            <a:r>
              <a:t>Arcade game s</a:t>
            </a: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System to manage scores of multiple games and players</a:t>
            </a:r>
          </a:p>
          <a:p>
            <a:pPr/>
            <a:r>
              <a:t>Uses core data structures: Arrays, Stack, Queue, Linked List</a:t>
            </a:r>
          </a:p>
          <a:p>
            <a:pPr/>
            <a:r>
              <a:t>Supports input validation and structured storage</a:t>
            </a:r>
          </a:p>
        </p:txBody>
      </p:sp>
      <p:pic>
        <p:nvPicPr>
          <p:cNvPr id="1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Working of the System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User enters number of games and players</a:t>
            </a:r>
          </a:p>
          <a:p>
            <a:pPr/>
            <a:r>
              <a:t>Scores are stored using arrays</a:t>
            </a:r>
          </a:p>
          <a:p>
            <a:pPr/>
            <a:r>
              <a:t>Sorting applied to rank players</a:t>
            </a:r>
          </a:p>
          <a:p>
            <a:pPr/>
            <a:r>
              <a:t>Data structures used for different operations</a:t>
            </a:r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Data Structures Used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Array → Store player scores</a:t>
            </a:r>
          </a:p>
          <a:p>
            <a:pPr/>
            <a:r>
              <a:t>Stack → Undo operations</a:t>
            </a:r>
          </a:p>
          <a:p>
            <a:pPr/>
            <a:r>
              <a:t>Queue → Process players sequentially</a:t>
            </a:r>
          </a:p>
          <a:p>
            <a:pPr/>
            <a:r>
              <a:t>Linked List → Store high scores &amp; results</a:t>
            </a:r>
          </a:p>
        </p:txBody>
      </p:sp>
      <p:pic>
        <p:nvPicPr>
          <p:cNvPr id="10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Main Class (Control Flow)</a:t>
            </a:r>
          </a:p>
        </p:txBody>
      </p:sp>
      <p:sp>
        <p:nvSpPr>
          <p:cNvPr id="111" name="Content Placeholder 2"/>
          <p:cNvSpPr txBox="1"/>
          <p:nvPr>
            <p:ph type="body" idx="1"/>
          </p:nvPr>
        </p:nvSpPr>
        <p:spPr>
          <a:xfrm>
            <a:off x="457199" y="1001861"/>
            <a:ext cx="8229601" cy="4525966"/>
          </a:xfrm>
          <a:prstGeom prst="rect">
            <a:avLst/>
          </a:prstGeom>
        </p:spPr>
        <p:txBody>
          <a:bodyPr/>
          <a:lstStyle/>
          <a:p>
            <a:pPr/>
            <a:r>
              <a:t>Handles user input and initialization</a:t>
            </a:r>
          </a:p>
          <a:p>
            <a:pPr/>
            <a:r>
              <a:t>Validates input using getNextInt()</a:t>
            </a:r>
          </a:p>
          <a:p>
            <a:pPr/>
            <a:r>
              <a:t>Creates all data structures</a:t>
            </a:r>
          </a:p>
          <a:p>
            <a:pPr/>
            <a:r>
              <a:t>Controls execution flow, the exception s and file handling are also added for user convinience</a:t>
            </a:r>
          </a:p>
        </p:txBody>
      </p:sp>
      <p:pic>
        <p:nvPicPr>
          <p:cNvPr id="1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9793" y="4437727"/>
            <a:ext cx="6886759" cy="23256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High Score Linked List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199" y="1166017"/>
            <a:ext cx="8229601" cy="4525965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Stores high scores using linked list</a:t>
            </a:r>
          </a:p>
          <a:p>
            <a:pPr/>
            <a:r>
              <a:t>Insertion at end of list</a:t>
            </a:r>
          </a:p>
          <a:p>
            <a:pPr/>
            <a:r>
              <a:t>Traversal used for display</a:t>
            </a:r>
          </a:p>
          <a:p>
            <a:pPr/>
            <a:r>
              <a:t>Efficient dynamic storage</a:t>
            </a:r>
          </a:p>
        </p:txBody>
      </p:sp>
      <p:pic>
        <p:nvPicPr>
          <p:cNvPr id="11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5693" y="4111464"/>
            <a:ext cx="7852614" cy="2339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Stack Operations</a:t>
            </a:r>
          </a:p>
        </p:txBody>
      </p:sp>
      <p:sp>
        <p:nvSpPr>
          <p:cNvPr id="12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Implements push, pop, and peek</a:t>
            </a:r>
          </a:p>
          <a:p>
            <a:pPr/>
            <a:r>
              <a:t>Used for undo functionality</a:t>
            </a:r>
          </a:p>
          <a:p>
            <a:pPr/>
            <a:r>
              <a:t>Array-based implementation</a:t>
            </a:r>
          </a:p>
          <a:p>
            <a:pPr/>
            <a:r>
              <a:t>Handles overflow and underflow</a:t>
            </a:r>
          </a:p>
        </p:txBody>
      </p:sp>
      <p:pic>
        <p:nvPicPr>
          <p:cNvPr id="12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9896" y="4568382"/>
            <a:ext cx="7646621" cy="21141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Score Array &amp; Sorting</a:t>
            </a:r>
          </a:p>
        </p:txBody>
      </p:sp>
      <p:sp>
        <p:nvSpPr>
          <p:cNvPr id="12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Stores player ID and scores</a:t>
            </a:r>
          </a:p>
          <a:p>
            <a:pPr/>
            <a:r>
              <a:t>Selection sort used for ranking</a:t>
            </a:r>
          </a:p>
          <a:p>
            <a:pPr/>
            <a:r>
              <a:t>Ensures highest score ordering</a:t>
            </a:r>
          </a:p>
          <a:p>
            <a:pPr/>
            <a:r>
              <a:t>Core computation part of project</a:t>
            </a:r>
          </a:p>
        </p:txBody>
      </p:sp>
      <p:pic>
        <p:nvPicPr>
          <p:cNvPr id="1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3769" y="4464965"/>
            <a:ext cx="6856736" cy="22764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Queue Operations</a:t>
            </a:r>
          </a:p>
        </p:txBody>
      </p:sp>
      <p:sp>
        <p:nvSpPr>
          <p:cNvPr id="13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Implements enqueue and dequeue</a:t>
            </a:r>
          </a:p>
          <a:p>
            <a:pPr/>
            <a:r>
              <a:t>Processes players in order</a:t>
            </a:r>
          </a:p>
          <a:p>
            <a:pPr/>
            <a:r>
              <a:t>Array-based queue</a:t>
            </a:r>
          </a:p>
          <a:p>
            <a:pPr/>
            <a:r>
              <a:t>Handles full and empty conditions</a:t>
            </a:r>
          </a:p>
        </p:txBody>
      </p:sp>
      <p:pic>
        <p:nvPicPr>
          <p:cNvPr id="13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285" y="4364173"/>
            <a:ext cx="7373041" cy="25761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879" y="182879"/>
            <a:ext cx="1371601" cy="615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Tournament Results Linked List</a:t>
            </a:r>
          </a:p>
        </p:txBody>
      </p:sp>
      <p:sp>
        <p:nvSpPr>
          <p:cNvPr id="136" name="Content Placeholder 2"/>
          <p:cNvSpPr txBox="1"/>
          <p:nvPr>
            <p:ph type="body" idx="1"/>
          </p:nvPr>
        </p:nvSpPr>
        <p:spPr>
          <a:xfrm>
            <a:off x="625335" y="668985"/>
            <a:ext cx="8229601" cy="4525966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Stores final sorted results</a:t>
            </a:r>
          </a:p>
          <a:p>
            <a:pPr/>
            <a:r>
              <a:t>Displays player scores per game</a:t>
            </a:r>
          </a:p>
          <a:p>
            <a:pPr/>
            <a:r>
              <a:t>Uses traversal for output</a:t>
            </a:r>
          </a:p>
          <a:p>
            <a:pPr/>
            <a:r>
              <a:t>Final output representation</a:t>
            </a:r>
          </a:p>
          <a:p>
            <a:pPr/>
            <a:r>
              <a:t>The html page is also added for every use and result is stored in separate file</a:t>
            </a:r>
          </a:p>
        </p:txBody>
      </p:sp>
      <p:pic>
        <p:nvPicPr>
          <p:cNvPr id="13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0459" y="4657166"/>
            <a:ext cx="7263132" cy="2184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078" y="131144"/>
            <a:ext cx="965691" cy="4334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